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bg>
      <p:bgPr>
        <a:solidFill>
          <a:srgbClr val="F2EE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68735" cy="6035040"/>
          </a:xfrm>
          <a:prstGeom prst="rect">
            <a:avLst/>
          </a:prstGeom>
          <a:ln w="9525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ln w="6350">
            <a:solidFill>
              <a:srgbClr val="D7C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AIGOVOPS  ·  CARTOGRAPHIC TRUST  ·  PLATE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9265615" y="20116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00°00′  ·  W 00°00′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AIGOVOPS REVIEW FRAMEWORK  ·  MMXXVI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362895" y="64922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· —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58488" y="1463040"/>
            <a:ext cx="3474720" cy="3474720"/>
          </a:xfrm>
          <a:prstGeom prst="ellipse">
            <a:avLst/>
          </a:prstGeom>
          <a:ln w="9525">
            <a:solidFill>
              <a:srgbClr val="122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78528" y="1783080"/>
            <a:ext cx="2834640" cy="2834640"/>
          </a:xfrm>
          <a:prstGeom prst="ellipse">
            <a:avLst/>
          </a:prstGeom>
          <a:ln w="6350">
            <a:solidFill>
              <a:srgbClr val="D7CFB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47208" y="2651760"/>
            <a:ext cx="1097280" cy="1097280"/>
          </a:xfrm>
          <a:prstGeom prst="ellipse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50328" y="3200400"/>
            <a:ext cx="182880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68019" y="3621662"/>
            <a:ext cx="105989" cy="2840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05418" y="4014216"/>
            <a:ext cx="95027" cy="54864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46757" y="4351310"/>
            <a:ext cx="77589" cy="775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9664" y="4609971"/>
            <a:ext cx="54864" cy="9502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7110" y="4772572"/>
            <a:ext cx="28400" cy="1059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5848" y="4754880"/>
            <a:ext cx="0" cy="18288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74585" y="4772572"/>
            <a:ext cx="-28400" cy="1059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82032" y="4609971"/>
            <a:ext cx="-54864" cy="9502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44938" y="4351310"/>
            <a:ext cx="-77589" cy="775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6277" y="4014216"/>
            <a:ext cx="-95027" cy="54864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3676" y="3621662"/>
            <a:ext cx="-105989" cy="2840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1368" y="3200400"/>
            <a:ext cx="-182880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3676" y="2779138"/>
            <a:ext cx="-105989" cy="-2840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277" y="2386584"/>
            <a:ext cx="-95027" cy="-54864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44938" y="2049490"/>
            <a:ext cx="-77589" cy="-775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82032" y="1790829"/>
            <a:ext cx="-54864" cy="-9502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4585" y="1628228"/>
            <a:ext cx="-28400" cy="-1059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5848" y="1645920"/>
            <a:ext cx="0" cy="-18288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7110" y="1628228"/>
            <a:ext cx="28400" cy="-1059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9664" y="1790829"/>
            <a:ext cx="54864" cy="-9502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46757" y="2049490"/>
            <a:ext cx="77589" cy="-775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05418" y="2386584"/>
            <a:ext cx="95027" cy="-54864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8019" y="2779138"/>
            <a:ext cx="105989" cy="-2840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58488" y="3200400"/>
            <a:ext cx="347472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95848" y="1463040"/>
            <a:ext cx="0" cy="347472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04408" y="3108960"/>
            <a:ext cx="182880" cy="182880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12968" y="10972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12968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924648" y="30906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01288" y="30906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52120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i="1" spc="100" kern="0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AiGovOps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640080" y="58064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chart for the governance of autonomous systems.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" y="617220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6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 ·  SERIES SEED  ·  MMXXVI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I. THE TERRAIN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code arrives faster than</a:t>
            </a:r>
            <a:endParaRPr lang="en-US" sz="3000" dirty="0"/>
          </a:p>
          <a:p>
            <a:pPr indent="0" marL="0">
              <a:buNone/>
            </a:pPr>
            <a:r>
              <a:rPr lang="en-US" sz="30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humans can govern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6576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LATENCY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56032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security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30723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– 14 days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11535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776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05840" y="397764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560320" y="39410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Agent-generated diffs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9410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10× human output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911535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84632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05840" y="48463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560320" y="4809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Traceable audit 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4809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absent by default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10911535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914400"/>
            <a:ext cx="1828800" cy="1828800"/>
          </a:xfrm>
          <a:prstGeom prst="ellipse">
            <a:avLst/>
          </a:prstGeom>
          <a:ln w="9525">
            <a:solidFill>
              <a:srgbClr val="1223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1828800"/>
            <a:ext cx="-164592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3111" y="1580143"/>
            <a:ext cx="-104358" cy="-33908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07407" y="1355826"/>
            <a:ext cx="-88772" cy="-6449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85426" y="1177807"/>
            <a:ext cx="-64497" cy="-8877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09743" y="1063511"/>
            <a:ext cx="-33908" cy="-104358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0" y="1078992"/>
            <a:ext cx="0" cy="-16459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307057" y="1063511"/>
            <a:ext cx="33908" cy="-104358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31374" y="1177807"/>
            <a:ext cx="64497" cy="-8877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09393" y="1355826"/>
            <a:ext cx="88772" cy="-6449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23689" y="1580143"/>
            <a:ext cx="104358" cy="-33908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808208" y="1828800"/>
            <a:ext cx="164592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0" y="1828800"/>
            <a:ext cx="692526" cy="-352860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003536" y="1773936"/>
            <a:ext cx="109728" cy="109728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0" y="205740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BACKLOG  ·  85%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961120" y="5943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OBSERVED PRESSURE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II. THE INSTRUMENT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five-station pipeline that turns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opinion into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6576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931920"/>
            <a:ext cx="8899855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380390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38953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429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checks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011348" y="380390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2788" y="38953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9284" y="3429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16404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56484" y="45262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236312" y="380390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7752" y="38953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24248" y="3429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41368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AOS controls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81448" y="45262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7461275" y="380390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52715" y="38953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211" y="3429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331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pack match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06411" y="45262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686239" y="380390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77679" y="38953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4175" y="34290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91295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attestation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31375" y="452628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9814255" y="3931920"/>
            <a:ext cx="457200" cy="0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189159" y="3849624"/>
            <a:ext cx="164592" cy="164592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54335" y="37673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454335" y="39136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454335" y="4078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terminal evidence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5349240"/>
            <a:ext cx="27278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40080" y="5897880"/>
            <a:ext cx="27278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time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367964" y="5349240"/>
            <a:ext cx="27278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3367964" y="5897880"/>
            <a:ext cx="27278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chained audit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95848" y="5349240"/>
            <a:ext cx="27278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6095848" y="5897880"/>
            <a:ext cx="27278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OWASP LLM agents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823731" y="5349240"/>
            <a:ext cx="27278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SHA-256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8823731" y="5897880"/>
            <a:ext cx="27278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III. THE APPARATUS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as a navigational chart.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10545775" cy="4023360"/>
          </a:xfrm>
          <a:prstGeom prst="rect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80589" y="2194560"/>
            <a:ext cx="0" cy="402336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338218" y="2194560"/>
            <a:ext cx="0" cy="402336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95848" y="2194560"/>
            <a:ext cx="0" cy="402336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853477" y="2194560"/>
            <a:ext cx="0" cy="402336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611106" y="2194560"/>
            <a:ext cx="0" cy="402336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22960" y="3200400"/>
            <a:ext cx="10545775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22960" y="4206240"/>
            <a:ext cx="10545775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22960" y="5212080"/>
            <a:ext cx="10545775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22960" y="2084832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2367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1775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1182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80589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9996" y="2084832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59404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98811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8218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77626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7033" y="2084832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56440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5848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5255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74662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14069" y="2084832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53477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2884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291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71699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11106" y="2084832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0513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89921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29328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68735" y="2084832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623620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2367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01775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41182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80589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19996" y="623620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59404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98811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38218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7626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7033" y="623620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656440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95848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35255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74662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14069" y="623620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53477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92884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32291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171699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611106" y="623620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50513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89921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929328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368735" y="623620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13232" y="21945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3232" y="24460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" y="26974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3232" y="29489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3232" y="320040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13232" y="34518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13232" y="37033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3232" y="39547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3232" y="42062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13232" y="445770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3232" y="47091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3232" y="49606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13232" y="52120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13232" y="54635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13232" y="571500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3232" y="59664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" y="62179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387023" y="21945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387023" y="24460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387023" y="26974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387023" y="29489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387023" y="320040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387023" y="34518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387023" y="37033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387023" y="39547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387023" y="42062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387023" y="445770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387023" y="47091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387023" y="49606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387023" y="52120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387023" y="54635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387023" y="571500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387023" y="596646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87023" y="62179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21200" y="3017520"/>
            <a:ext cx="0" cy="2377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095848" y="3017520"/>
            <a:ext cx="0" cy="2377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470496" y="3017520"/>
            <a:ext cx="0" cy="2377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721200" y="3017520"/>
            <a:ext cx="6749296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721200" y="5394960"/>
            <a:ext cx="6749296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74896" y="2871216"/>
            <a:ext cx="292608" cy="292608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684624" y="29809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898240" y="32186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1806800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· Vite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5949544" y="2871216"/>
            <a:ext cx="292608" cy="292608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59272" y="29809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272888" y="32186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5181448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Deno functions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9324192" y="2871216"/>
            <a:ext cx="292608" cy="292608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433920" y="298094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647536" y="32186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8556096" y="3401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Lovable AI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2574896" y="5248656"/>
            <a:ext cx="292608" cy="292608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684624" y="535838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898240" y="55961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1806800" y="5779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RLS · triggers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5949544" y="5248656"/>
            <a:ext cx="292608" cy="292608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6059272" y="535838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272888" y="55961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181448" y="5779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HMAC chain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9324192" y="5248656"/>
            <a:ext cx="292608" cy="292608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433920" y="535838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647536" y="55961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8556096" y="5779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PDFs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5730088" y="3840480"/>
            <a:ext cx="731520" cy="731520"/>
          </a:xfrm>
          <a:prstGeom prst="ellipse">
            <a:avLst/>
          </a:prstGeom>
          <a:solidFill>
            <a:srgbClr val="F2EEE5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040984" y="4151376"/>
            <a:ext cx="109728" cy="109728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5181448" y="46177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CHAINED  PROOF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IV. THE FIELD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widening territory of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software governance.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200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468880"/>
            <a:ext cx="3657600" cy="3657600"/>
          </a:xfrm>
          <a:prstGeom prst="ellipse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3017520"/>
            <a:ext cx="2560320" cy="2560320"/>
          </a:xfrm>
          <a:prstGeom prst="ellipse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0" y="3611880"/>
            <a:ext cx="1371600" cy="137160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4297680"/>
            <a:ext cx="91440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13387" y="5212080"/>
            <a:ext cx="79189" cy="4572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5881467"/>
            <a:ext cx="45720" cy="791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6126480"/>
            <a:ext cx="0" cy="9144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5881467"/>
            <a:ext cx="-45720" cy="791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45813" y="5212080"/>
            <a:ext cx="-79189" cy="4572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4297680"/>
            <a:ext cx="-91440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45813" y="3383280"/>
            <a:ext cx="-79189" cy="-4572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713893"/>
            <a:ext cx="-45720" cy="-791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2468880"/>
            <a:ext cx="0" cy="-9144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0" y="2713893"/>
            <a:ext cx="45720" cy="-79189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13387" y="3383280"/>
            <a:ext cx="79189" cy="-4572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6448" y="4224528"/>
            <a:ext cx="146304" cy="146304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14036" y="3585512"/>
            <a:ext cx="673775" cy="-284867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68316" y="3539792"/>
            <a:ext cx="91440" cy="91440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80015" y="31360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80015" y="33189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$48B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180015" y="36846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AppSec + GRC · 2028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09760" y="4297680"/>
            <a:ext cx="1463040" cy="0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64040" y="4251960"/>
            <a:ext cx="91440" cy="91440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80015" y="41330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180015" y="43159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$11B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180015" y="46817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dev orgs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61264" y="4564743"/>
            <a:ext cx="1937102" cy="818994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15544" y="4519023"/>
            <a:ext cx="91440" cy="91440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80015" y="5219145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180015" y="5402025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$340M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180015" y="5767785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regulated adopters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29260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 01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40080" y="3127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AI Act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40080" y="34930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enforcement window opens 2026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393192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 02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40080" y="41330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SDLC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40080" y="4498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projected 60% of code by 2027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493776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  03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40080" y="5138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liability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40080" y="55046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attestation becomes contractual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V. THE BEARING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no other instrument provides.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2377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LINTERS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120640" y="2377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GRC SUITES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75120" y="2377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SCANNERS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229600" y="23774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AIGOVOPS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896112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analysis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" y="3337560"/>
            <a:ext cx="896112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LLM coverage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29600" y="3383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22960" y="3886200"/>
            <a:ext cx="896112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assessor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2064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7512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2960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22960" y="4434840"/>
            <a:ext cx="896112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480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Chained audit log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6616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206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67512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2960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822960" y="4983480"/>
            <a:ext cx="896112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5029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 attestation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12064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◐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○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229600" y="5029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4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822960" y="5532120"/>
            <a:ext cx="896112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3880" y="2331720"/>
            <a:ext cx="1645920" cy="3108960"/>
          </a:xfrm>
          <a:prstGeom prst="rect">
            <a:avLst/>
          </a:prstGeom>
          <a:ln w="9525">
            <a:solidFill>
              <a:srgbClr val="C847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7607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 FULL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737360" y="5760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  PARTIAL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834640" y="576072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○  ABSENT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VI. SOUNDINGS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measurements from the field.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7498080" cy="3840480"/>
          </a:xfrm>
          <a:prstGeom prst="rect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054096"/>
            <a:ext cx="749808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22960" y="3822192"/>
            <a:ext cx="749808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822960" y="4590288"/>
            <a:ext cx="749808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22960" y="5358384"/>
            <a:ext cx="749808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2072640" y="2286000"/>
            <a:ext cx="0" cy="384048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322320" y="2286000"/>
            <a:ext cx="0" cy="384048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0" y="2286000"/>
            <a:ext cx="0" cy="384048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821680" y="2286000"/>
            <a:ext cx="0" cy="384048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071360" y="2286000"/>
            <a:ext cx="0" cy="3840480"/>
          </a:xfrm>
          <a:prstGeom prst="line">
            <a:avLst/>
          </a:prstGeom>
          <a:noFill/>
          <a:ln w="6350">
            <a:solidFill>
              <a:srgbClr val="D7CFBE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22960" y="614476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538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4780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6022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07264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85060" y="614476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9748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0990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2232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474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47160" y="614476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958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442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9684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09260" y="614476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2168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3410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5894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71360" y="6144768"/>
            <a:ext cx="0" cy="9144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8378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9620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0862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21040" y="6144768"/>
            <a:ext cx="0" cy="4572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3232" y="228600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252603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3232" y="276606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" y="300609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3232" y="32461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13232" y="348615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" y="37261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396621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" y="420624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" y="444627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13232" y="468630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3232" y="492633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" y="516636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540639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3232" y="564642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13232" y="5886450"/>
            <a:ext cx="9144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3232" y="6126480"/>
            <a:ext cx="45720" cy="0"/>
          </a:xfrm>
          <a:prstGeom prst="line">
            <a:avLst/>
          </a:prstGeom>
          <a:noFill/>
          <a:ln w="6350">
            <a:solidFill>
              <a:srgbClr val="B9B0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73480" y="6291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423160" y="6291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3672840" y="6291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22520" y="6291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172200" y="6291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M5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421880" y="62910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M6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137160" y="60350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137160" y="50749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137160" y="4114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37160" y="315468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37160" y="219456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447800" y="5771974"/>
            <a:ext cx="1249680" cy="-354506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97480" y="5417468"/>
            <a:ext cx="1249680" cy="-502217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947160" y="4915252"/>
            <a:ext cx="1249680" cy="-649927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96840" y="4265324"/>
            <a:ext cx="1249680" cy="-738554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446520" y="3526770"/>
            <a:ext cx="1249680" cy="-1063518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83792" y="5707966"/>
            <a:ext cx="128016" cy="128016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633472" y="5353460"/>
            <a:ext cx="128016" cy="128016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83152" y="4851244"/>
            <a:ext cx="128016" cy="128016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32832" y="4201316"/>
            <a:ext cx="128016" cy="128016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82512" y="3462762"/>
            <a:ext cx="128016" cy="128016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632192" y="2399245"/>
            <a:ext cx="128016" cy="128016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447800" y="6008311"/>
            <a:ext cx="1249680" cy="-206795"/>
          </a:xfrm>
          <a:prstGeom prst="line">
            <a:avLst/>
          </a:prstGeom>
          <a:noFill/>
          <a:ln w="12700">
            <a:solidFill>
              <a:srgbClr val="12233A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2697480" y="5801516"/>
            <a:ext cx="1249680" cy="-236337"/>
          </a:xfrm>
          <a:prstGeom prst="line">
            <a:avLst/>
          </a:prstGeom>
          <a:noFill/>
          <a:ln w="12700">
            <a:solidFill>
              <a:srgbClr val="12233A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3947160" y="5565179"/>
            <a:ext cx="1249680" cy="-384048"/>
          </a:xfrm>
          <a:prstGeom prst="line">
            <a:avLst/>
          </a:prstGeom>
          <a:noFill/>
          <a:ln w="12700">
            <a:solidFill>
              <a:srgbClr val="12233A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5196840" y="5181131"/>
            <a:ext cx="1249680" cy="-561301"/>
          </a:xfrm>
          <a:prstGeom prst="line">
            <a:avLst/>
          </a:prstGeom>
          <a:noFill/>
          <a:ln w="12700">
            <a:solidFill>
              <a:srgbClr val="12233A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6446520" y="4619830"/>
            <a:ext cx="1249680" cy="-797638"/>
          </a:xfrm>
          <a:prstGeom prst="line">
            <a:avLst/>
          </a:prstGeom>
          <a:noFill/>
          <a:ln w="12700">
            <a:solidFill>
              <a:srgbClr val="12233A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>
            <a:off x="1356360" y="5916871"/>
            <a:ext cx="182880" cy="18288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411224" y="5971735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606040" y="5710076"/>
            <a:ext cx="182880" cy="18288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660904" y="5764940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855720" y="5473739"/>
            <a:ext cx="182880" cy="18288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910584" y="5528603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105400" y="5089691"/>
            <a:ext cx="182880" cy="18288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160264" y="5144555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355080" y="4528390"/>
            <a:ext cx="182880" cy="18288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409944" y="458325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604760" y="3730752"/>
            <a:ext cx="182880" cy="182880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659624" y="3785616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05840" y="2560320"/>
            <a:ext cx="365760" cy="0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463040" y="24688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REVIEWS COMPLETED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1005840" y="2788920"/>
            <a:ext cx="365760" cy="0"/>
          </a:xfrm>
          <a:prstGeom prst="line">
            <a:avLst/>
          </a:prstGeom>
          <a:noFill/>
          <a:ln w="12700">
            <a:solidFill>
              <a:srgbClr val="12233A"/>
            </a:solidFill>
            <a:prstDash val="dash"/>
          </a:ln>
        </p:spPr>
      </p:sp>
      <p:sp>
        <p:nvSpPr>
          <p:cNvPr id="99" name="Text 97"/>
          <p:cNvSpPr/>
          <p:nvPr/>
        </p:nvSpPr>
        <p:spPr>
          <a:xfrm>
            <a:off x="1463040" y="26974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12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ATTESTATIONS ISSUED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877824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10×</a:t>
            </a:r>
            <a:endParaRPr lang="en-US" sz="3600" dirty="0"/>
          </a:p>
        </p:txBody>
      </p:sp>
      <p:sp>
        <p:nvSpPr>
          <p:cNvPr id="101" name="Text 99"/>
          <p:cNvSpPr/>
          <p:nvPr/>
        </p:nvSpPr>
        <p:spPr>
          <a:xfrm>
            <a:off x="8778240" y="31089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cycle reduction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8778240" y="3429000"/>
            <a:ext cx="109728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778240" y="37490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3600" dirty="0"/>
          </a:p>
        </p:txBody>
      </p:sp>
      <p:sp>
        <p:nvSpPr>
          <p:cNvPr id="104" name="Text 102"/>
          <p:cNvSpPr/>
          <p:nvPr/>
        </p:nvSpPr>
        <p:spPr>
          <a:xfrm>
            <a:off x="8778240" y="4389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attestations · M6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8778240" y="4709160"/>
            <a:ext cx="109728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778240" y="5029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07" name="Text 105"/>
          <p:cNvSpPr/>
          <p:nvPr/>
        </p:nvSpPr>
        <p:spPr>
          <a:xfrm>
            <a:off x="8778240" y="56692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breaks observed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8778240" y="5989320"/>
            <a:ext cx="109728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VII. THE LEDGER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instrument sustains itself.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68880"/>
            <a:ext cx="3383280" cy="3657600"/>
          </a:xfrm>
          <a:prstGeom prst="rect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774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4688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23774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61264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60350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61264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60350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7432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TEAM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097280" y="3063240"/>
            <a:ext cx="914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337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$ 0.49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109728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review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97280" y="4617720"/>
            <a:ext cx="283464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self-serve · pay per pipeline run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2468880"/>
            <a:ext cx="3383280" cy="3657600"/>
          </a:xfrm>
          <a:prstGeom prst="rect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24688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23774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24688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18120" y="23774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61264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60350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61264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60350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7432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ENTERPRISE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09160" y="3063240"/>
            <a:ext cx="914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337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$ 24K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470916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year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4617720"/>
            <a:ext cx="283464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unlimited reviews · SSO · audit export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46720" y="2468880"/>
            <a:ext cx="3383280" cy="3657600"/>
          </a:xfrm>
          <a:prstGeom prst="rect">
            <a:avLst/>
          </a:prstGeom>
          <a:ln w="6350">
            <a:solidFill>
              <a:srgbClr val="1223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24688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3774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338560" y="24688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430000" y="23774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61264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46720" y="60350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38560" y="6126480"/>
            <a:ext cx="182880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430000" y="6035040"/>
            <a:ext cx="0" cy="18288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21040" y="27432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ASSESSOR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321040" y="3063240"/>
            <a:ext cx="914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33375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$ 1,200</a:t>
            </a:r>
            <a:endParaRPr lang="en-US" sz="4400" dirty="0"/>
          </a:p>
        </p:txBody>
      </p:sp>
      <p:sp>
        <p:nvSpPr>
          <p:cNvPr id="47" name="Text 45"/>
          <p:cNvSpPr/>
          <p:nvPr/>
        </p:nvSpPr>
        <p:spPr>
          <a:xfrm>
            <a:off x="8321040" y="42519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attestation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21040" y="4617720"/>
            <a:ext cx="2834640" cy="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21040" y="47548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QAGA fee · network share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VIII. THE PASSAGE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bearings — twelve months.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00400" cy="0"/>
          </a:xfrm>
          <a:prstGeom prst="line">
            <a:avLst/>
          </a:prstGeom>
          <a:noFill/>
          <a:ln w="12700">
            <a:solidFill>
              <a:srgbClr val="C84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4206240"/>
            <a:ext cx="10362895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123944"/>
            <a:ext cx="0" cy="16459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708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777975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41549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05124" y="4123944"/>
            <a:ext cx="0" cy="16459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30804" y="43708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4368698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2273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5848" y="4123944"/>
            <a:ext cx="0" cy="16459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1528" y="43708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6959422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22997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571" y="4123944"/>
            <a:ext cx="0" cy="16459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251" y="43708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9550146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413721" y="4169664"/>
            <a:ext cx="0" cy="7315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277295" y="4123944"/>
            <a:ext cx="0" cy="164592"/>
          </a:xfrm>
          <a:prstGeom prst="line">
            <a:avLst/>
          </a:prstGeom>
          <a:noFill/>
          <a:ln w="6350">
            <a:solidFill>
              <a:srgbClr val="122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002975" y="437083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Q5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6384" y="4078224"/>
            <a:ext cx="256032" cy="256032"/>
          </a:xfrm>
          <a:prstGeom prst="ellipse">
            <a:avLst/>
          </a:prstGeom>
          <a:ln w="12700">
            <a:solidFill>
              <a:srgbClr val="C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4169664"/>
            <a:ext cx="73152" cy="73152"/>
          </a:xfrm>
          <a:prstGeom prst="ellipse">
            <a:avLst/>
          </a:prstGeom>
          <a:solidFill>
            <a:srgbClr val="C8472B"/>
          </a:solidFill>
          <a:ln w="12700">
            <a:solidFill>
              <a:srgbClr val="C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078224"/>
            <a:ext cx="0" cy="-1243584"/>
          </a:xfrm>
          <a:prstGeom prst="line">
            <a:avLst/>
          </a:prstGeom>
          <a:noFill/>
          <a:ln w="6350">
            <a:solidFill>
              <a:srgbClr val="B9B0A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-365760" y="2057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-365760" y="2258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shipped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-36576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scenario packs · attestation v1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77108" y="407822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68548" y="416966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5124" y="4334256"/>
            <a:ext cx="0" cy="1243584"/>
          </a:xfrm>
          <a:prstGeom prst="line">
            <a:avLst/>
          </a:prstGeom>
          <a:noFill/>
          <a:ln w="6350">
            <a:solidFill>
              <a:srgbClr val="B9B0A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2224964" y="5623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→ Q2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224964" y="5824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QAGA exam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224964" y="6126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assessor certification opens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67832" y="407822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59272" y="416966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95848" y="4078224"/>
            <a:ext cx="0" cy="-1243584"/>
          </a:xfrm>
          <a:prstGeom prst="line">
            <a:avLst/>
          </a:prstGeom>
          <a:noFill/>
          <a:ln w="6350">
            <a:solidFill>
              <a:srgbClr val="B9B0A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4815688" y="2057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15688" y="2258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AI Act mode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15688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pre-deployment evidence kit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58555" y="407822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49995" y="416966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571" y="4334256"/>
            <a:ext cx="0" cy="1243584"/>
          </a:xfrm>
          <a:prstGeom prst="line">
            <a:avLst/>
          </a:prstGeom>
          <a:noFill/>
          <a:ln w="6350">
            <a:solidFill>
              <a:srgbClr val="B9B0A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7406411" y="56235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406411" y="58247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Federation v1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406411" y="61264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cross-firm audit interop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1149279" y="4078224"/>
            <a:ext cx="256032" cy="256032"/>
          </a:xfrm>
          <a:prstGeom prst="ellipse">
            <a:avLst/>
          </a:prstGeom>
          <a:ln w="12700">
            <a:solidFill>
              <a:srgbClr val="1223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240719" y="4169664"/>
            <a:ext cx="73152" cy="73152"/>
          </a:xfrm>
          <a:prstGeom prst="ellipse">
            <a:avLst/>
          </a:prstGeom>
          <a:solidFill>
            <a:srgbClr val="12233A"/>
          </a:solidFill>
          <a:ln w="12700">
            <a:solidFill>
              <a:srgbClr val="1223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277295" y="4078224"/>
            <a:ext cx="0" cy="-1243584"/>
          </a:xfrm>
          <a:prstGeom prst="line">
            <a:avLst/>
          </a:prstGeom>
          <a:noFill/>
          <a:ln w="6350">
            <a:solidFill>
              <a:srgbClr val="B9B0A0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9997135" y="20574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3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+ 1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9997135" y="22585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registry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997135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verifiable attestation index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IX. THE ASK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1463040" y="1371600"/>
            <a:ext cx="9265615" cy="4114800"/>
          </a:xfrm>
          <a:prstGeom prst="rect">
            <a:avLst/>
          </a:prstGeom>
          <a:ln w="9525">
            <a:solidFill>
              <a:srgbClr val="122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554480"/>
            <a:ext cx="8899855" cy="3749040"/>
          </a:xfrm>
          <a:prstGeom prst="rect">
            <a:avLst/>
          </a:prstGeom>
          <a:ln w="6350">
            <a:solidFill>
              <a:srgbClr val="D7CF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1371600"/>
            <a:ext cx="329184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1207008"/>
            <a:ext cx="0" cy="329184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4063" y="1371600"/>
            <a:ext cx="329184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28655" y="1207008"/>
            <a:ext cx="0" cy="329184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98448" y="5486400"/>
            <a:ext cx="329184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5321808"/>
            <a:ext cx="0" cy="329184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64063" y="5486400"/>
            <a:ext cx="329184" cy="0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28655" y="5321808"/>
            <a:ext cx="0" cy="329184"/>
          </a:xfrm>
          <a:prstGeom prst="line">
            <a:avLst/>
          </a:prstGeom>
          <a:noFill/>
          <a:ln w="9525">
            <a:solidFill>
              <a:srgbClr val="122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192024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2286000"/>
            <a:ext cx="926561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$ 4.5 M</a:t>
            </a:r>
            <a:endParaRPr lang="en-US" sz="8800" dirty="0"/>
          </a:p>
        </p:txBody>
      </p:sp>
      <p:sp>
        <p:nvSpPr>
          <p:cNvPr id="15" name="Shape 13"/>
          <p:cNvSpPr/>
          <p:nvPr/>
        </p:nvSpPr>
        <p:spPr>
          <a:xfrm>
            <a:off x="5547208" y="3611880"/>
            <a:ext cx="1097280" cy="0"/>
          </a:xfrm>
          <a:prstGeom prst="line">
            <a:avLst/>
          </a:prstGeom>
          <a:noFill/>
          <a:ln w="19050">
            <a:solidFill>
              <a:srgbClr val="C847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370332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A4A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  ·  18 months runway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4023360"/>
            <a:ext cx="23164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231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779444" y="4023360"/>
            <a:ext cx="23164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779444" y="4572000"/>
            <a:ext cx="231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Assessor network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779444" y="4114800"/>
            <a:ext cx="0" cy="45720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95848" y="4023360"/>
            <a:ext cx="23164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095848" y="4572000"/>
            <a:ext cx="231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 &amp; legal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95848" y="4114800"/>
            <a:ext cx="0" cy="45720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251" y="4023360"/>
            <a:ext cx="23164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12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12251" y="4572000"/>
            <a:ext cx="23164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3A4A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&amp; GTM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412251" y="4114800"/>
            <a:ext cx="0" cy="457200"/>
          </a:xfrm>
          <a:prstGeom prst="line">
            <a:avLst/>
          </a:prstGeom>
          <a:noFill/>
          <a:ln w="6350">
            <a:solidFill>
              <a:srgbClr val="D7CFB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26364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0" kern="0" dirty="0">
                <a:solidFill>
                  <a:srgbClr val="C847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 @ aigovops.dev   ·   aigovops.dev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34095" y="64922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3A4A6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PLATE 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2026-04-19T00:00:16Z</dcterms:created>
  <dcterms:modified xsi:type="dcterms:W3CDTF">2026-04-19T00:00:16Z</dcterms:modified>
</cp:coreProperties>
</file>